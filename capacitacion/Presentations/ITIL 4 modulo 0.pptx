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7B404-65F2-4E38-A725-9CC304E20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8FBBDE-35E3-4C72-AD15-6035155B4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E1026-8916-40F4-86A0-1DF1339F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3918FC-20FF-4D16-B619-298B7EFD1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9891CB-3D40-40AE-BBB6-027B9F90D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80218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A0856-E806-4B8D-871B-52A98BAA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5BE79F-0C4E-4475-9C09-49933E3DD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0030E-DFAE-4A12-8C49-794BFBB67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984A13-E5E9-4DE4-BE07-9B9DA064A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C263F6-0687-4419-826C-F7065631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1381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8C946-433B-4562-8A5E-D25BBC36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A865D1-CDB9-4139-8647-2483A1244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1EEDC1-6C7E-440F-B21F-521C679C0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4165F6-9D30-42F5-A5A8-CC0EBF89F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6EB2C1-A23E-4FA6-8033-5100DCA62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09922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564C8-B547-40B0-99C1-3C47CF09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26A06D-5C40-4898-9BAA-0682726A20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10817-0EFE-47F4-9399-33B2C887B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14D48D-571D-4261-B3A8-3566B082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BFAFB6-94DA-4C4C-9670-034BCFEBF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D8E594-55D7-4D2F-AB40-1C7B2EF13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73121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EE565-03F7-47C3-B17B-02B44983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18ED32-C2B1-45FF-BCA6-F7AFA4719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7BA809-6943-4F8A-9087-F5AB7A793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77349C-F08A-44D6-8739-95AAA6C55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E2AF027-9F49-4612-BF6C-15D390ACFA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C1D2EF4-4899-4392-98A0-0AD93C13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C1A1A8-0C72-4B33-832C-60B0B910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7A5E3E-FEE1-4A02-9465-CA496852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016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31DF7-35D1-4B78-A19C-62E52872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0E0993-77C3-4AC9-BC5A-22C24991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D1108A-C82C-4663-A5A1-24486079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9A0C11-52D5-4556-8044-B9D29B61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24804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3A88DB8-535C-48B8-A852-664DEBC3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AB6F08F-A85C-4F5F-8820-B70688AFB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0B78E4-6C2A-4AB0-B017-57E250B8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6072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FC074-107C-4262-AECA-267C87C9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20AF9D-C08A-4884-9D84-DD4A6DF19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1818932-FCB8-4811-91D9-4821DA97D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ADF160-89F0-4DD7-80B3-2983CD02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EF0D1F-44F4-4E25-AA88-E449EB6C7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C98CEE-4B5B-4419-814A-95F0C884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039225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30B6F-DE18-4A7C-8376-18B82B66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273C863-61D0-4474-9F1C-31483D6970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A7FBC9-5835-429B-B27B-DDCAEF30E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5BE087-3037-4101-8B5D-8F658994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E016BC-DF6F-4718-8D30-79DF3AAFD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882A0E-F2C6-4E9E-BF80-2ECC14B9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398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DB7F9-CB33-4FDB-9D3E-CB38CAD55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F1855A-4A13-4114-9DEF-71A3EE3F4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BD77BD-F7D5-4D9E-8EAC-747512AB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B802E1-F138-45DA-87C6-19AA0027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DC9462-1783-4CBF-BD5D-7BF2F353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76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9AB200-5344-4811-8BE6-D07D02D9C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378E4A-CE0C-4CE5-8272-67B829CEC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2ADBAD-563D-4A74-9962-4364709E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99867-64EE-4C8D-BFBA-BE73E746C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42D22F-A6E0-4921-9C05-B737C06E1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50313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35EE51-6C5B-4B6F-959A-F1509E61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5AFA24-4084-41E2-B86F-EADC4622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F6A4D0-F77A-4FBD-BAA2-88A726380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D17F5F-A430-4AC1-8E42-6B8F37DB7E8E}" type="datetimeFigureOut">
              <a:rPr lang="es-EC" smtClean="0"/>
              <a:t>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429EFF-8573-4614-96D1-5617981EFA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D6062-93AA-48F7-9FBE-EADBD4BA1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D774D-9B28-46BF-BDB5-0F51B0B2975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9005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Capacitación -</a:t>
            </a: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Contenido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		Julio - 2021</a:t>
            </a:r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1417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roducción a ITIL® v3 Foundation | Eserv Latam | Educación Online">
            <a:extLst>
              <a:ext uri="{FF2B5EF4-FFF2-40B4-BE49-F238E27FC236}">
                <a16:creationId xmlns:a16="http://schemas.microsoft.com/office/drawing/2014/main" id="{774FDC74-50E7-4EEA-B020-A5276E1D7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08" y="365125"/>
            <a:ext cx="10515600" cy="62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6E38E5-4FAA-4969-9E24-D3F5CE40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732" y="1690689"/>
            <a:ext cx="6189786" cy="45645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Introducción</a:t>
            </a:r>
            <a:r>
              <a:rPr lang="es-EC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70000"/>
              </a:lnSpc>
              <a:spcBef>
                <a:spcPts val="60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es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70000"/>
              </a:lnSpc>
              <a:spcBef>
                <a:spcPts val="60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Historia de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70000"/>
              </a:lnSpc>
              <a:spcBef>
                <a:spcPts val="60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Nuevas características de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4</a:t>
            </a:r>
          </a:p>
          <a:p>
            <a:pPr lvl="1">
              <a:lnSpc>
                <a:spcPct val="70000"/>
              </a:lnSpc>
              <a:spcBef>
                <a:spcPts val="60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Enfoque de 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endParaRPr lang="es-EC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7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Conceptos Claves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Servicio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Valor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Activos del Servicio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Administración de los interesados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Tipos de proveedor</a:t>
            </a:r>
          </a:p>
          <a:p>
            <a:pPr lvl="1">
              <a:lnSpc>
                <a:spcPct val="107000"/>
              </a:lnSpc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Relaciones del servicio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Resultados, costos, riesgos</a:t>
            </a:r>
          </a:p>
          <a:p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1FF602-E954-4709-9CC7-87949F1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46" y="365125"/>
            <a:ext cx="9806354" cy="1325563"/>
          </a:xfrm>
        </p:spPr>
        <p:txBody>
          <a:bodyPr/>
          <a:lstStyle/>
          <a:p>
            <a:r>
              <a:rPr lang="es-EC" b="1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333610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roducción a ITIL® v3 Foundation | Eserv Latam | Educación Online">
            <a:extLst>
              <a:ext uri="{FF2B5EF4-FFF2-40B4-BE49-F238E27FC236}">
                <a16:creationId xmlns:a16="http://schemas.microsoft.com/office/drawing/2014/main" id="{774FDC74-50E7-4EEA-B020-A5276E1D7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08" y="365125"/>
            <a:ext cx="10515600" cy="62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6E38E5-4FAA-4969-9E24-D3F5CE40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732" y="1690689"/>
            <a:ext cx="6189786" cy="45645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Cuatro dimensiones de </a:t>
            </a:r>
            <a:r>
              <a:rPr lang="es-EC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ITIL</a:t>
            </a: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endParaRPr lang="es-EC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Organizaciones y personas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Información y tecnología</a:t>
            </a:r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Socios y proveedores</a:t>
            </a:r>
          </a:p>
          <a:p>
            <a:pPr marL="800100" lvl="1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Flujos de valor y procesos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de valor del Servicio (</a:t>
            </a:r>
            <a:r>
              <a:rPr lang="es-EC" sz="22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SVS</a:t>
            </a:r>
            <a:r>
              <a:rPr lang="es-EC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)*</a:t>
            </a:r>
            <a:endParaRPr lang="es-EC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Principios Guías</a:t>
            </a:r>
          </a:p>
          <a:p>
            <a:pPr lvl="1">
              <a:lnSpc>
                <a:spcPct val="107000"/>
              </a:lnSpc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Gobernabilidad</a:t>
            </a:r>
          </a:p>
          <a:p>
            <a:pPr lvl="1">
              <a:lnSpc>
                <a:spcPct val="107000"/>
              </a:lnSpc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Cadena de Valor del servicio*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Mejora Continua </a:t>
            </a:r>
          </a:p>
          <a:p>
            <a:pPr lvl="1"/>
            <a:r>
              <a:rPr lang="es-EC" sz="17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Prácticas de Gestión </a:t>
            </a:r>
            <a:endParaRPr lang="es-EC" sz="17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1FF602-E954-4709-9CC7-87949F1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46" y="365125"/>
            <a:ext cx="9806354" cy="1325563"/>
          </a:xfrm>
        </p:spPr>
        <p:txBody>
          <a:bodyPr/>
          <a:lstStyle/>
          <a:p>
            <a:r>
              <a:rPr lang="es-EC" b="1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02650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troducción a ITIL® v3 Foundation | Eserv Latam | Educación Online">
            <a:extLst>
              <a:ext uri="{FF2B5EF4-FFF2-40B4-BE49-F238E27FC236}">
                <a16:creationId xmlns:a16="http://schemas.microsoft.com/office/drawing/2014/main" id="{774FDC74-50E7-4EEA-B020-A5276E1D7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08" y="365125"/>
            <a:ext cx="10515600" cy="62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6E38E5-4FAA-4969-9E24-D3F5CE403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732" y="1690689"/>
            <a:ext cx="6189786" cy="45645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0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ITSM</a:t>
            </a:r>
            <a:r>
              <a:rPr lang="es-EC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el mundo actual</a:t>
            </a:r>
            <a:endParaRPr lang="es-EC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C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Prácticas de Gestión General (14)</a:t>
            </a:r>
            <a:endParaRPr lang="es-EC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Prácticas de Gestión de servicios (17)</a:t>
            </a:r>
            <a:endParaRPr lang="es-EC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Prácticas de Gestión técnica (3)</a:t>
            </a:r>
            <a:endParaRPr lang="es-EC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1FF602-E954-4709-9CC7-87949F13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446" y="365125"/>
            <a:ext cx="9806354" cy="1325563"/>
          </a:xfrm>
        </p:spPr>
        <p:txBody>
          <a:bodyPr/>
          <a:lstStyle/>
          <a:p>
            <a:r>
              <a:rPr lang="es-EC" b="1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3483401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119</Words>
  <Application>Microsoft Office PowerPoint</Application>
  <PresentationFormat>Panorámica</PresentationFormat>
  <Paragraphs>36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Tema de Office</vt:lpstr>
      <vt:lpstr>ITIL 4</vt:lpstr>
      <vt:lpstr>Contenido</vt:lpstr>
      <vt:lpstr>Contenido</vt:lpstr>
      <vt:lpstr>Contenido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ITIL 4</dc:title>
  <dc:creator>CarlosReyes</dc:creator>
  <cp:lastModifiedBy>CarlosReyes</cp:lastModifiedBy>
  <cp:revision>3</cp:revision>
  <dcterms:created xsi:type="dcterms:W3CDTF">2021-07-07T02:39:08Z</dcterms:created>
  <dcterms:modified xsi:type="dcterms:W3CDTF">2021-07-07T03:00:10Z</dcterms:modified>
</cp:coreProperties>
</file>