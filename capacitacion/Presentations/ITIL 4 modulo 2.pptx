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8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3" r:id="rId16"/>
    <p:sldId id="284" r:id="rId17"/>
    <p:sldId id="285" r:id="rId18"/>
    <p:sldId id="286" r:id="rId19"/>
    <p:sldId id="287" r:id="rId20"/>
    <p:sldId id="288" r:id="rId21"/>
    <p:sldId id="289" r:id="rId22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2B015-C1C3-43BD-A545-14D2F5133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B4AA52-0E68-407B-AB09-195703C3B4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151168-BBB4-4775-835C-09E690237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EA2F-95A3-4D67-AA9D-932D860297E7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364F23-1211-4C16-8034-093454528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F2BD94-ADCB-46F6-BBFD-74523CDC9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BBF4-5F9D-4342-9DCA-C600A9075D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24600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18DBC-8A5C-4470-962A-533AEE56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8BB32C-8111-47FE-85DD-E17EA9A61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9C8425-B6B8-42D3-8C78-0D07CBD61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EA2F-95A3-4D67-AA9D-932D860297E7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CBAD02-4E98-464E-AD50-26E2CD17B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4F7D9F-5381-47FD-80E8-2EE3A87D6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BBF4-5F9D-4342-9DCA-C600A9075D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56474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0EFD1-ADD6-4566-8A71-6EE93664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0B0B2D-AC8C-49B6-9C04-93B95B55F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1FFAED-4B58-4891-BC05-EF47FBDA3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EA2F-95A3-4D67-AA9D-932D860297E7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B0DB54-5642-48A5-AA66-AE28C7707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210B5-244E-4095-9F71-7593802A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BBF4-5F9D-4342-9DCA-C600A9075D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33174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5BF42-ABA9-4708-A0AB-B68773B15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1B9A98-7895-4040-9B3C-7CDD0EF82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6B71E8-7EAC-434B-8026-1230B7A41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F6586D4-0490-49FF-BDB0-29FD66C62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EA2F-95A3-4D67-AA9D-932D860297E7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DDB57A-D711-40D2-A25E-1251ADE6D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C50A88-F729-4025-A7CE-AA4055B04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BBF4-5F9D-4342-9DCA-C600A9075D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3690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7E7BEB-28EC-4324-A662-30E328F93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C27CA4-A547-493E-B850-DCEED578E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29EC83-C441-4D22-8E74-43E58BD88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F9C2C0E-A35B-402B-8E2F-0D5F2F5710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482596B-EA85-4D65-B616-1B0202EF4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0974F1-CF21-4B2F-925C-ADA26F463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EA2F-95A3-4D67-AA9D-932D860297E7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B075EFF-5969-4A81-A702-D04DAB500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68385AF-F350-468E-B542-16C2B164D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BBF4-5F9D-4342-9DCA-C600A9075D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19512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BBBB3-D495-4BB7-A67A-3377FE62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04E39FD-DE2A-417D-A4A2-F0D7EB872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EA2F-95A3-4D67-AA9D-932D860297E7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308C6B8-05DC-4539-BEEB-C9E760E05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6E21D71-9188-44C1-954F-7BA3F0F8D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BBF4-5F9D-4342-9DCA-C600A9075D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8521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65E6438-1837-4368-A9F2-D9B161C2F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EA2F-95A3-4D67-AA9D-932D860297E7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846620B-7782-47CF-8B4D-3A2195526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09F1B7-E918-4B4F-96DB-79B20F882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BBF4-5F9D-4342-9DCA-C600A9075D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05902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F87BD-9796-4ADD-96A3-A3B2560D1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922FE3-0594-4492-8F91-174212401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30DD864-4173-4572-A452-DB1F00F23A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EBFD3A-0843-42DD-BE16-9848DAF6F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EA2F-95A3-4D67-AA9D-932D860297E7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2D74D1-5111-46DD-8B8B-376F22B48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114BF2-922F-43E7-AD08-B4867699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BBF4-5F9D-4342-9DCA-C600A9075D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1262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8D3B3D-1626-44FF-99C3-E57E8D3D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5BE3CA9-E2F9-409E-A50D-E3C5471EB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5379B7-D53C-4133-9101-88DB701F4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92B403-B18F-4FD4-A89B-A5D49BCD3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EA2F-95A3-4D67-AA9D-932D860297E7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6EAE29-DEE4-4B1E-B03F-2A44D89E4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897384-48A8-4340-B105-2DF7F1C2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BBF4-5F9D-4342-9DCA-C600A9075D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001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43CAE8-80E4-4798-8844-21ACB8446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A79BFA0-B703-43C3-A589-B36E91A51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549B12-B3E3-4A73-B9C0-D3C0E0B68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EA2F-95A3-4D67-AA9D-932D860297E7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03EA00-BEE5-4BC0-BEE1-8A0E7C206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ED4598-3CB1-4480-9876-B75710282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BBF4-5F9D-4342-9DCA-C600A9075D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17603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DBF2FD-D9C2-495B-B899-30F11A8E5D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60117B-2CFA-46E6-9325-F5C1256E8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E2EF5F-465C-40C7-8580-2386A29ED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EA2F-95A3-4D67-AA9D-932D860297E7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9DE552-7E44-4C0B-8EF5-86F728099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F5051E-C464-47D4-8F69-9EC928025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4BBF4-5F9D-4342-9DCA-C600A9075D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20356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7284EE-7ED6-40EF-A3AD-A89D68A48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AF4D35-D08B-40CC-B89D-68B4BB9C6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035CFB-C3FC-4BC5-9BDB-3365E2CB79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6EA2F-95A3-4D67-AA9D-932D860297E7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578CF6-6126-42A7-B757-DD60FC990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9F3536-31D3-457E-9552-174C932217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4BBF4-5F9D-4342-9DCA-C600A9075DE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9318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670097" cy="3753188"/>
          </a:xfrm>
        </p:spPr>
        <p:txBody>
          <a:bodyPr>
            <a:normAutofit lnSpcReduction="10000"/>
          </a:bodyPr>
          <a:lstStyle/>
          <a:p>
            <a:r>
              <a:rPr lang="es-EC" b="1" dirty="0">
                <a:solidFill>
                  <a:srgbClr val="FF0000"/>
                </a:solidFill>
              </a:rPr>
              <a:t>Conceptos Claves de </a:t>
            </a:r>
            <a:r>
              <a:rPr lang="es-EC" b="1" dirty="0" err="1">
                <a:solidFill>
                  <a:srgbClr val="FF0000"/>
                </a:solidFill>
              </a:rPr>
              <a:t>ITIL</a:t>
            </a:r>
            <a:r>
              <a:rPr lang="es-EC" b="1" dirty="0">
                <a:solidFill>
                  <a:srgbClr val="FF0000"/>
                </a:solidFill>
              </a:rPr>
              <a:t> 4 </a:t>
            </a:r>
          </a:p>
          <a:p>
            <a:endParaRPr lang="es-EC" sz="2200" dirty="0"/>
          </a:p>
          <a:p>
            <a:r>
              <a:rPr lang="es-EC" sz="2200" b="1" dirty="0"/>
              <a:t>Servicio</a:t>
            </a:r>
          </a:p>
          <a:p>
            <a:r>
              <a:rPr lang="es-EC" sz="2200" b="1" dirty="0"/>
              <a:t>Valor</a:t>
            </a:r>
          </a:p>
          <a:p>
            <a:r>
              <a:rPr lang="es-EC" sz="2200" b="1" dirty="0"/>
              <a:t>Activos del Servicio</a:t>
            </a:r>
          </a:p>
          <a:p>
            <a:r>
              <a:rPr lang="es-EC" sz="2200" b="1" dirty="0"/>
              <a:t>Administración de los interesados</a:t>
            </a:r>
          </a:p>
          <a:p>
            <a:r>
              <a:rPr lang="es-EC" sz="2200" b="1" dirty="0"/>
              <a:t>Tipos de proveedor</a:t>
            </a:r>
          </a:p>
          <a:p>
            <a:r>
              <a:rPr lang="es-EC" sz="2200" b="1" dirty="0"/>
              <a:t>Relaciones del servicio</a:t>
            </a:r>
          </a:p>
          <a:p>
            <a:r>
              <a:rPr lang="es-EC" sz="2200" b="1" dirty="0"/>
              <a:t>Resultados, costos, riesgos</a:t>
            </a:r>
          </a:p>
          <a:p>
            <a:endParaRPr lang="es-EC" sz="2200" b="1" dirty="0"/>
          </a:p>
          <a:p>
            <a:endParaRPr lang="es-EC" sz="2200" b="1" dirty="0"/>
          </a:p>
        </p:txBody>
      </p:sp>
      <p:pic>
        <p:nvPicPr>
          <p:cNvPr id="5" name="Imagen 4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491FAAA3-FD84-442A-9FAE-28B14D927F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6" r="41994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850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515600" cy="454469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Que es un servicio?</a:t>
            </a:r>
          </a:p>
          <a:p>
            <a:endParaRPr lang="es-ES" sz="28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marL="457200" lvl="1" indent="0" algn="just">
              <a:buNone/>
            </a:pPr>
            <a:r>
              <a:rPr lang="es-EC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definición oficial de </a:t>
            </a:r>
            <a:r>
              <a:rPr lang="es-EC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ITIL</a:t>
            </a:r>
            <a:r>
              <a:rPr lang="es-EC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nos dice que un servicio representa el medio que permite la creación conjunta de valor al facilita los resultados que el cliente espera sin que este tenga que administrar costos y riesgos.</a:t>
            </a:r>
          </a:p>
          <a:p>
            <a:pPr marL="457200" lvl="1" indent="0" algn="just">
              <a:buNone/>
            </a:pPr>
            <a:endParaRPr lang="es-EC" sz="2800" dirty="0"/>
          </a:p>
          <a:p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93300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515600" cy="773127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Que es un servicio?</a:t>
            </a:r>
          </a:p>
          <a:p>
            <a:endParaRPr lang="es-ES" sz="28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marL="457200" lvl="1" indent="0" algn="just">
              <a:buNone/>
            </a:pPr>
            <a:endParaRPr lang="es-EC" sz="2800" dirty="0"/>
          </a:p>
          <a:p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DF6C6C0-05FA-419F-A2CA-D372F7182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587" y="2281237"/>
            <a:ext cx="8814352" cy="373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6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5814391" cy="3423562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Valor de un servicio?</a:t>
            </a:r>
          </a:p>
          <a:p>
            <a:endParaRPr lang="es-ES" sz="28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marL="457200" lvl="1" indent="0" algn="just">
              <a:buNone/>
            </a:pPr>
            <a:r>
              <a:rPr lang="es-EC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Cuando se afirma que a través del servicio se genera valor  para el cliente, se hace referencia a la percepción de recibir un beneficio o utilidad por la que el cliente se siente satisfecho y aprecia a la empresa</a:t>
            </a:r>
            <a:endParaRPr lang="es-EC" dirty="0"/>
          </a:p>
          <a:p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2AEBE52-4D5C-483C-8E14-F55AF3CBD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669" y="2731605"/>
            <a:ext cx="234315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050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9803296" cy="1816736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Valor de un servicio?</a:t>
            </a:r>
          </a:p>
          <a:p>
            <a:endParaRPr lang="es-ES" sz="28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DA310D-F24B-46C4-B596-6A15C2736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730" y="2215739"/>
            <a:ext cx="9413766" cy="401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418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9803296" cy="4165684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Valor de un servicio(Resumen)</a:t>
            </a:r>
          </a:p>
          <a:p>
            <a:endParaRPr lang="es-ES" sz="28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C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resumen es obligación del proveedor  hacer todo lo necesario para entregar el servicio solicitado, el cual debe percibirse como ÚTIL, es decir, debe resolver un problema y funcionar adecuadamente</a:t>
            </a:r>
          </a:p>
          <a:p>
            <a:r>
              <a:rPr lang="es-EC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creación de valor debe ser responsabilidad  de ambas partes, el proveedor y el cliente del servicio</a:t>
            </a:r>
          </a:p>
          <a:p>
            <a:r>
              <a:rPr lang="es-EC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valor de un servicio es creado a través de dos elementos primarios: la </a:t>
            </a:r>
            <a:r>
              <a:rPr lang="es-EC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utilidad y la garantía</a:t>
            </a:r>
          </a:p>
          <a:p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62450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9803296" cy="1816736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Activos del servicio</a:t>
            </a:r>
          </a:p>
          <a:p>
            <a:r>
              <a:rPr lang="es-EC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generar valor las organizaciones utilizan recursos y capacidades, lo cual se conoce como </a:t>
            </a:r>
            <a:r>
              <a:rPr lang="es-EC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activos del servicio</a:t>
            </a:r>
            <a:endParaRPr lang="es-EC" sz="2400" b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46C70B0-5B13-4074-853A-BDC09D662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383" y="3188335"/>
            <a:ext cx="8950808" cy="263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723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9803296" cy="1816736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Administración de los interesados</a:t>
            </a:r>
          </a:p>
          <a:p>
            <a:r>
              <a:rPr lang="es-EC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 refiere a identificar personas o entidades que deben ser consideradas para realizar una entrega efectiva de servicios</a:t>
            </a:r>
            <a:endParaRPr lang="es-EC" sz="2400" b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4E35AC9-3CF5-4800-A683-82161E5FC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592" y="3171203"/>
            <a:ext cx="6810582" cy="314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272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9803296" cy="1816736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Administración de los interesados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704058-3783-4BBD-9772-219A3793F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97" y="2699138"/>
            <a:ext cx="9509399" cy="293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789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9803296" cy="1816736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Administración de los interesados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704058-3783-4BBD-9772-219A3793F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97" y="2699138"/>
            <a:ext cx="9509399" cy="293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788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9803296" cy="1816736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Administración de los interesados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7CBAA82-59AA-4EFE-9DBA-A713DFABC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237" y="2403820"/>
            <a:ext cx="7760805" cy="332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03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9803296" cy="1816736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Tipos de proveedores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6BC7170-A1E7-4B14-9AB8-67B6B4218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404" y="2297111"/>
            <a:ext cx="4006092" cy="391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80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9803296" cy="1816736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Tipos de proveedores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6BC7170-A1E7-4B14-9AB8-67B6B4218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404" y="2297111"/>
            <a:ext cx="4006092" cy="391632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11249E6-BCD5-4BED-8D3F-724E65BC3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90" y="2297111"/>
            <a:ext cx="5221760" cy="391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327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9803296" cy="1816736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Relaciones del servicio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CC3733C-4DDF-4017-ACAB-8F0794397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175" y="2312918"/>
            <a:ext cx="8729041" cy="365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54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9803296" cy="1816736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Relaciones del servicio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BCB175-C2D1-42DA-B26E-1879AEC06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09" y="2334383"/>
            <a:ext cx="9803296" cy="377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211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9803296" cy="1816736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Relaciones del servicio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795267-2198-4B2C-9021-C54AD3F71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87" y="2561740"/>
            <a:ext cx="10272761" cy="289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444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9803296" cy="1816736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Resultados, costos, riesgos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D14055-F67D-4983-8B82-C028D3C06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17" y="2340763"/>
            <a:ext cx="10288803" cy="375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091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9803296" cy="1816736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Resultados, costos, riesgos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235CB36-78BC-4466-A83D-F6BF0197A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389" y="2362233"/>
            <a:ext cx="10222983" cy="329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95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9803296" cy="1816736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Resultados, costos, riesgos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AC692DE-9573-402F-BA84-E78E440FF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504" y="2097293"/>
            <a:ext cx="8689009" cy="372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504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9803296" cy="1816736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Resultados, costos, riesgos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7355AF-C3B4-4748-B4B1-E2DDCD89F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424" y="2305083"/>
            <a:ext cx="9167773" cy="353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897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a evaluación del aprendizaje ante el actual escenario educativo a causa de  la pandemia - CETYS">
            <a:extLst>
              <a:ext uri="{FF2B5EF4-FFF2-40B4-BE49-F238E27FC236}">
                <a16:creationId xmlns:a16="http://schemas.microsoft.com/office/drawing/2014/main" id="{F5A5F19C-503B-45B1-A71D-9FFA416B0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521" y="1186484"/>
            <a:ext cx="7726018" cy="5544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Conceptos Claves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333383" cy="4443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b="1">
                <a:solidFill>
                  <a:srgbClr val="FF0000"/>
                </a:solidFill>
                <a:latin typeface="Open Sans" panose="020B0604020202020204" pitchFamily="34" charset="0"/>
              </a:rPr>
              <a:t>AUTO-APRENDIZAJE</a:t>
            </a:r>
            <a:endParaRPr lang="es-ES" sz="320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876185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3083</TotalTime>
  <Words>436</Words>
  <Application>Microsoft Office PowerPoint</Application>
  <PresentationFormat>Panorámica</PresentationFormat>
  <Paragraphs>61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Open Sans</vt:lpstr>
      <vt:lpstr>Tema de Office</vt:lpstr>
      <vt:lpstr>ITIL 4</vt:lpstr>
      <vt:lpstr>Conceptos Claves  Fundamentos de ITIL 4</vt:lpstr>
      <vt:lpstr>Conceptos Claves  Fundamentos de ITIL 4</vt:lpstr>
      <vt:lpstr>Conceptos Claves  Fundamentos de ITIL 4</vt:lpstr>
      <vt:lpstr>Conceptos Claves  Fundamentos de ITIL 4</vt:lpstr>
      <vt:lpstr>Conceptos Claves  Fundamentos de ITIL 4</vt:lpstr>
      <vt:lpstr>Conceptos Claves  Fundamentos de ITIL 4</vt:lpstr>
      <vt:lpstr>Conceptos Claves  Fundamentos de ITIL 4</vt:lpstr>
      <vt:lpstr>Conceptos Claves  Fundamentos de ITIL 4</vt:lpstr>
      <vt:lpstr>Conceptos Claves  Fundamentos de ITIL 4</vt:lpstr>
      <vt:lpstr>Conceptos Claves  Fundamentos de ITIL 4</vt:lpstr>
      <vt:lpstr>Conceptos Claves  Fundamentos de ITIL 4</vt:lpstr>
      <vt:lpstr>Conceptos Claves  Fundamentos de ITIL 4</vt:lpstr>
      <vt:lpstr>Conceptos Claves  Fundamentos de ITIL 4</vt:lpstr>
      <vt:lpstr>Conceptos Claves  Fundamentos de ITIL 4</vt:lpstr>
      <vt:lpstr>Conceptos Claves  Fundamentos de ITIL 4</vt:lpstr>
      <vt:lpstr>Conceptos Claves  Fundamentos de ITIL 4</vt:lpstr>
      <vt:lpstr>Conceptos Claves  Fundamentos de ITIL 4</vt:lpstr>
      <vt:lpstr>Conceptos Claves  Fundamentos de ITIL 4</vt:lpstr>
      <vt:lpstr>Conceptos Claves  Fundamentos de ITIL 4</vt:lpstr>
      <vt:lpstr>Conceptos Claves Fundamentos de ITIL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ITIL 4</dc:title>
  <dc:creator>CarlosReyes</dc:creator>
  <cp:lastModifiedBy>CarlosReyes</cp:lastModifiedBy>
  <cp:revision>20</cp:revision>
  <dcterms:created xsi:type="dcterms:W3CDTF">2021-07-04T00:26:47Z</dcterms:created>
  <dcterms:modified xsi:type="dcterms:W3CDTF">2021-07-16T14:37:11Z</dcterms:modified>
</cp:coreProperties>
</file>