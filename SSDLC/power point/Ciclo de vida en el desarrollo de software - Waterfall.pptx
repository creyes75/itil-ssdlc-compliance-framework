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1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BCFC9-F03C-4506-937E-A7DADE463C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C" dirty="0"/>
              <a:t>Ciclo de vida en el desarrollo de software	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3FCC7A-324E-4E5A-A674-FF40E4AC17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C" sz="4000" b="1" dirty="0"/>
              <a:t>Modelo </a:t>
            </a:r>
            <a:r>
              <a:rPr lang="es-EC" sz="4000" b="1" dirty="0" err="1"/>
              <a:t>Waterfall</a:t>
            </a:r>
            <a:endParaRPr lang="es-EC" sz="4000" b="1" dirty="0"/>
          </a:p>
        </p:txBody>
      </p:sp>
    </p:spTree>
    <p:extLst>
      <p:ext uri="{BB962C8B-B14F-4D97-AF65-F5344CB8AC3E}">
        <p14:creationId xmlns:p14="http://schemas.microsoft.com/office/powerpoint/2010/main" val="4094871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4C5A-1C76-4AD4-A07A-4E376D8ED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Modelo </a:t>
            </a:r>
            <a:r>
              <a:rPr lang="es-EC" dirty="0" err="1"/>
              <a:t>Waterfall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472352-DDDC-4C6C-A147-7A6D64B38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C" dirty="0"/>
              <a:t>Modelo lineal clásico del ciclo de vida del desarrollo de sistemas</a:t>
            </a:r>
          </a:p>
          <a:p>
            <a:r>
              <a:rPr lang="es-EC" dirty="0"/>
              <a:t>Una fase se ejecuta a continuación de otra de manera secuencial</a:t>
            </a:r>
          </a:p>
          <a:p>
            <a:r>
              <a:rPr lang="es-EC" dirty="0"/>
              <a:t>Este modelo se lo divide en fases y el resultado de una fase es usada como entrada de la siguiente fase</a:t>
            </a:r>
          </a:p>
          <a:p>
            <a:endParaRPr lang="es-EC" dirty="0"/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60003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4C5A-1C76-4AD4-A07A-4E376D8ED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Modelo </a:t>
            </a:r>
            <a:r>
              <a:rPr lang="es-EC" dirty="0" err="1"/>
              <a:t>Waterfall</a:t>
            </a:r>
            <a:endParaRPr lang="es-EC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0CBF7F-C5AF-492D-88B3-366ADB7FA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C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076DE9D-27B2-491B-B34F-B44197552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732" y="1771982"/>
            <a:ext cx="6183386" cy="468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09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4C5A-1C76-4AD4-A07A-4E376D8ED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Modelo </a:t>
            </a:r>
            <a:r>
              <a:rPr lang="es-EC" dirty="0" err="1"/>
              <a:t>Waterfall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472352-DDDC-4C6C-A147-7A6D64B38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28800"/>
            <a:ext cx="9905999" cy="3962401"/>
          </a:xfrm>
        </p:spPr>
        <p:txBody>
          <a:bodyPr>
            <a:normAutofit/>
          </a:bodyPr>
          <a:lstStyle/>
          <a:p>
            <a:r>
              <a:rPr lang="es-EC" dirty="0"/>
              <a:t>Las fases que componen este modelo son:</a:t>
            </a:r>
          </a:p>
          <a:p>
            <a:pPr lvl="1"/>
            <a:r>
              <a:rPr lang="es-EC" dirty="0"/>
              <a:t>Levantamiento de requisitos</a:t>
            </a:r>
          </a:p>
          <a:p>
            <a:pPr lvl="1"/>
            <a:r>
              <a:rPr lang="es-EC" dirty="0"/>
              <a:t>Análisis de requisitos</a:t>
            </a:r>
          </a:p>
          <a:p>
            <a:pPr lvl="1"/>
            <a:r>
              <a:rPr lang="es-EC" dirty="0"/>
              <a:t>Diseño</a:t>
            </a:r>
          </a:p>
          <a:p>
            <a:pPr lvl="1"/>
            <a:r>
              <a:rPr lang="es-EC" dirty="0"/>
              <a:t>Desarrollo.  Puede dividirse en unidades funcionales</a:t>
            </a:r>
          </a:p>
          <a:p>
            <a:pPr lvl="1"/>
            <a:r>
              <a:rPr lang="es-EC" dirty="0"/>
              <a:t>Integración y pruebas </a:t>
            </a:r>
          </a:p>
          <a:p>
            <a:pPr lvl="1"/>
            <a:r>
              <a:rPr lang="es-EC" dirty="0"/>
              <a:t>Puesta en producción </a:t>
            </a:r>
          </a:p>
          <a:p>
            <a:pPr lvl="1"/>
            <a:r>
              <a:rPr lang="es-EC" dirty="0"/>
              <a:t>Mantenimiento</a:t>
            </a:r>
          </a:p>
          <a:p>
            <a:endParaRPr lang="es-EC" dirty="0"/>
          </a:p>
          <a:p>
            <a:endParaRPr lang="es-EC" dirty="0"/>
          </a:p>
          <a:p>
            <a:endParaRPr lang="es-EC" dirty="0"/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844507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4C5A-1C76-4AD4-A07A-4E376D8ED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Modelo </a:t>
            </a:r>
            <a:r>
              <a:rPr lang="es-EC" dirty="0" err="1"/>
              <a:t>Waterfall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472352-DDDC-4C6C-A147-7A6D64B38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28800"/>
            <a:ext cx="9905999" cy="3962401"/>
          </a:xfrm>
        </p:spPr>
        <p:txBody>
          <a:bodyPr>
            <a:normAutofit/>
          </a:bodyPr>
          <a:lstStyle/>
          <a:p>
            <a:r>
              <a:rPr lang="es-EC" dirty="0"/>
              <a:t>Las principales ventajas de este modelo son:</a:t>
            </a:r>
          </a:p>
          <a:p>
            <a:pPr lvl="1"/>
            <a:r>
              <a:rPr lang="es-EC" sz="2400" dirty="0"/>
              <a:t>Fácil de utilizar</a:t>
            </a:r>
          </a:p>
          <a:p>
            <a:pPr lvl="1"/>
            <a:r>
              <a:rPr lang="es-EC" sz="2400" dirty="0"/>
              <a:t>Sencillo de manejar cada etapa y sus entregables</a:t>
            </a:r>
          </a:p>
          <a:p>
            <a:pPr lvl="1"/>
            <a:r>
              <a:rPr lang="es-EC" sz="2400" dirty="0"/>
              <a:t>Etapas definidas y especificas</a:t>
            </a:r>
          </a:p>
          <a:p>
            <a:pPr lvl="1"/>
            <a:r>
              <a:rPr lang="es-EC" sz="2400" dirty="0"/>
              <a:t>Funciona en pequeños proyectos donde los requisitos son claros</a:t>
            </a:r>
          </a:p>
          <a:p>
            <a:pPr lvl="1"/>
            <a:endParaRPr lang="es-EC" dirty="0"/>
          </a:p>
          <a:p>
            <a:pPr lvl="1"/>
            <a:endParaRPr lang="es-EC" dirty="0"/>
          </a:p>
          <a:p>
            <a:endParaRPr lang="es-EC" dirty="0"/>
          </a:p>
          <a:p>
            <a:endParaRPr lang="es-EC" dirty="0"/>
          </a:p>
          <a:p>
            <a:endParaRPr lang="es-EC" dirty="0"/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894869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4C5A-1C76-4AD4-A07A-4E376D8ED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Modelo </a:t>
            </a:r>
            <a:r>
              <a:rPr lang="es-EC" dirty="0" err="1"/>
              <a:t>Waterfall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472352-DDDC-4C6C-A147-7A6D64B38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28800"/>
            <a:ext cx="9905999" cy="4410682"/>
          </a:xfrm>
        </p:spPr>
        <p:txBody>
          <a:bodyPr>
            <a:normAutofit/>
          </a:bodyPr>
          <a:lstStyle/>
          <a:p>
            <a:r>
              <a:rPr lang="es-EC" dirty="0"/>
              <a:t>Las principales desventajas de este modelo son:</a:t>
            </a:r>
          </a:p>
          <a:p>
            <a:pPr lvl="1"/>
            <a:r>
              <a:rPr lang="es-EC" sz="2400" dirty="0"/>
              <a:t>Limitado en revisión y corrección. Cuando se llega a la etapa de pruebas es muy complicado regresar a corregir algo no identificado en la etapa de análisis</a:t>
            </a:r>
          </a:p>
          <a:p>
            <a:pPr lvl="1"/>
            <a:r>
              <a:rPr lang="es-EC" sz="2400" dirty="0"/>
              <a:t>Riesgo e incertidumbre</a:t>
            </a:r>
          </a:p>
          <a:p>
            <a:pPr lvl="1"/>
            <a:r>
              <a:rPr lang="es-EC" sz="2400" dirty="0"/>
              <a:t>No es recomendable para proyectos complejos</a:t>
            </a:r>
          </a:p>
          <a:p>
            <a:pPr lvl="1"/>
            <a:r>
              <a:rPr lang="es-EC" sz="2400" dirty="0"/>
              <a:t>Los cambios en requisitos no se pueden acomodar fácilmente en las fases</a:t>
            </a:r>
          </a:p>
          <a:p>
            <a:pPr lvl="1"/>
            <a:r>
              <a:rPr lang="es-EC" sz="2400" dirty="0"/>
              <a:t>Los riesgos y necesidades no se identifican hasta llegar a la etapa de pruebas</a:t>
            </a:r>
          </a:p>
          <a:p>
            <a:pPr lvl="1"/>
            <a:endParaRPr lang="es-EC" sz="2400" dirty="0"/>
          </a:p>
          <a:p>
            <a:pPr lvl="1"/>
            <a:endParaRPr lang="es-EC" dirty="0"/>
          </a:p>
          <a:p>
            <a:pPr lvl="1"/>
            <a:endParaRPr lang="es-EC" dirty="0"/>
          </a:p>
          <a:p>
            <a:endParaRPr lang="es-EC" dirty="0"/>
          </a:p>
          <a:p>
            <a:endParaRPr lang="es-EC" dirty="0"/>
          </a:p>
          <a:p>
            <a:endParaRPr lang="es-EC" dirty="0"/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8683014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896</TotalTime>
  <Words>196</Words>
  <Application>Microsoft Office PowerPoint</Application>
  <PresentationFormat>Panorámica</PresentationFormat>
  <Paragraphs>40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Tw Cen MT</vt:lpstr>
      <vt:lpstr>Circuito</vt:lpstr>
      <vt:lpstr>Ciclo de vida en el desarrollo de software </vt:lpstr>
      <vt:lpstr>Modelo Waterfall</vt:lpstr>
      <vt:lpstr>Modelo Waterfall</vt:lpstr>
      <vt:lpstr>Modelo Waterfall</vt:lpstr>
      <vt:lpstr>Modelo Waterfall</vt:lpstr>
      <vt:lpstr>Modelo Waterfall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Waterfall</dc:title>
  <dc:creator>CarlosReyes</dc:creator>
  <cp:lastModifiedBy>CarlosReyes</cp:lastModifiedBy>
  <cp:revision>4</cp:revision>
  <dcterms:created xsi:type="dcterms:W3CDTF">2021-03-08T03:51:07Z</dcterms:created>
  <dcterms:modified xsi:type="dcterms:W3CDTF">2021-03-08T18:47:27Z</dcterms:modified>
</cp:coreProperties>
</file>